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notesMasterIdLst>
    <p:notesMasterId r:id="rId3"/>
  </p:notesMasterIdLst>
  <p:sldIdLst>
    <p:sldId id="256" r:id="rId2"/>
  </p:sldIdLst>
  <p:sldSz cx="30275213" cy="214201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188"/>
    <p:restoredTop sz="94283"/>
  </p:normalViewPr>
  <p:slideViewPr>
    <p:cSldViewPr snapToGrid="0">
      <p:cViewPr>
        <p:scale>
          <a:sx n="68" d="100"/>
          <a:sy n="68" d="100"/>
        </p:scale>
        <p:origin x="728" y="144"/>
      </p:cViewPr>
      <p:guideLst/>
    </p:cSldViewPr>
  </p:slideViewPr>
  <p:notesTextViewPr>
    <p:cViewPr>
      <p:scale>
        <a:sx n="85" d="100"/>
        <a:sy n="8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7312384-EEA0-B942-9C1C-50C8244C080B}" type="datetimeFigureOut">
              <a:rPr lang="en-CN" smtClean="0"/>
              <a:t>2026/3/10</a:t>
            </a:fld>
            <a:endParaRPr lang="en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247775" y="1143000"/>
            <a:ext cx="43624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ADED516-323A-B240-BE4E-EB4CA4F03577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851390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DED516-323A-B240-BE4E-EB4CA4F03577}" type="slidenum">
              <a:rPr lang="en-CN" smtClean="0"/>
              <a:t>1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8903178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70641" y="3505566"/>
            <a:ext cx="25733931" cy="7457381"/>
          </a:xfrm>
        </p:spPr>
        <p:txBody>
          <a:bodyPr anchor="b"/>
          <a:lstStyle>
            <a:lvl1pPr algn="ctr">
              <a:defRPr sz="1874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784402" y="11250533"/>
            <a:ext cx="22706410" cy="5171573"/>
          </a:xfrm>
        </p:spPr>
        <p:txBody>
          <a:bodyPr/>
          <a:lstStyle>
            <a:lvl1pPr marL="0" indent="0" algn="ctr">
              <a:buNone/>
              <a:defRPr sz="7496"/>
            </a:lvl1pPr>
            <a:lvl2pPr marL="1428018" indent="0" algn="ctr">
              <a:buNone/>
              <a:defRPr sz="6247"/>
            </a:lvl2pPr>
            <a:lvl3pPr marL="2856037" indent="0" algn="ctr">
              <a:buNone/>
              <a:defRPr sz="5622"/>
            </a:lvl3pPr>
            <a:lvl4pPr marL="4284055" indent="0" algn="ctr">
              <a:buNone/>
              <a:defRPr sz="4997"/>
            </a:lvl4pPr>
            <a:lvl5pPr marL="5712074" indent="0" algn="ctr">
              <a:buNone/>
              <a:defRPr sz="4997"/>
            </a:lvl5pPr>
            <a:lvl6pPr marL="7140092" indent="0" algn="ctr">
              <a:buNone/>
              <a:defRPr sz="4997"/>
            </a:lvl6pPr>
            <a:lvl7pPr marL="8568111" indent="0" algn="ctr">
              <a:buNone/>
              <a:defRPr sz="4997"/>
            </a:lvl7pPr>
            <a:lvl8pPr marL="9996129" indent="0" algn="ctr">
              <a:buNone/>
              <a:defRPr sz="4997"/>
            </a:lvl8pPr>
            <a:lvl9pPr marL="11424148" indent="0" algn="ctr">
              <a:buNone/>
              <a:defRPr sz="4997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979C4-88EC-9C4B-9267-35BA343BA14B}" type="datetimeFigureOut">
              <a:rPr lang="en-CN" smtClean="0"/>
              <a:t>2026/3/10</a:t>
            </a:fld>
            <a:endParaRPr lang="en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7DF910-B470-044F-9947-E74BACF2503D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0287158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979C4-88EC-9C4B-9267-35BA343BA14B}" type="datetimeFigureOut">
              <a:rPr lang="en-CN" smtClean="0"/>
              <a:t>2026/3/10</a:t>
            </a:fld>
            <a:endParaRPr lang="en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7DF910-B470-044F-9947-E74BACF2503D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6581390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65654" y="5340166"/>
            <a:ext cx="26112371" cy="8910181"/>
          </a:xfrm>
        </p:spPr>
        <p:txBody>
          <a:bodyPr anchor="b"/>
          <a:lstStyle>
            <a:lvl1pPr>
              <a:defRPr sz="1874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65654" y="14334640"/>
            <a:ext cx="26112371" cy="4685654"/>
          </a:xfrm>
        </p:spPr>
        <p:txBody>
          <a:bodyPr/>
          <a:lstStyle>
            <a:lvl1pPr marL="0" indent="0">
              <a:buNone/>
              <a:defRPr sz="7496">
                <a:solidFill>
                  <a:schemeClr val="tx1">
                    <a:tint val="82000"/>
                  </a:schemeClr>
                </a:solidFill>
              </a:defRPr>
            </a:lvl1pPr>
            <a:lvl2pPr marL="1428018" indent="0">
              <a:buNone/>
              <a:defRPr sz="6247">
                <a:solidFill>
                  <a:schemeClr val="tx1">
                    <a:tint val="82000"/>
                  </a:schemeClr>
                </a:solidFill>
              </a:defRPr>
            </a:lvl2pPr>
            <a:lvl3pPr marL="2856037" indent="0">
              <a:buNone/>
              <a:defRPr sz="5622">
                <a:solidFill>
                  <a:schemeClr val="tx1">
                    <a:tint val="82000"/>
                  </a:schemeClr>
                </a:solidFill>
              </a:defRPr>
            </a:lvl3pPr>
            <a:lvl4pPr marL="4284055" indent="0">
              <a:buNone/>
              <a:defRPr sz="4997">
                <a:solidFill>
                  <a:schemeClr val="tx1">
                    <a:tint val="82000"/>
                  </a:schemeClr>
                </a:solidFill>
              </a:defRPr>
            </a:lvl4pPr>
            <a:lvl5pPr marL="5712074" indent="0">
              <a:buNone/>
              <a:defRPr sz="4997">
                <a:solidFill>
                  <a:schemeClr val="tx1">
                    <a:tint val="82000"/>
                  </a:schemeClr>
                </a:solidFill>
              </a:defRPr>
            </a:lvl5pPr>
            <a:lvl6pPr marL="7140092" indent="0">
              <a:buNone/>
              <a:defRPr sz="4997">
                <a:solidFill>
                  <a:schemeClr val="tx1">
                    <a:tint val="82000"/>
                  </a:schemeClr>
                </a:solidFill>
              </a:defRPr>
            </a:lvl6pPr>
            <a:lvl7pPr marL="8568111" indent="0">
              <a:buNone/>
              <a:defRPr sz="4997">
                <a:solidFill>
                  <a:schemeClr val="tx1">
                    <a:tint val="82000"/>
                  </a:schemeClr>
                </a:solidFill>
              </a:defRPr>
            </a:lvl7pPr>
            <a:lvl8pPr marL="9996129" indent="0">
              <a:buNone/>
              <a:defRPr sz="4997">
                <a:solidFill>
                  <a:schemeClr val="tx1">
                    <a:tint val="82000"/>
                  </a:schemeClr>
                </a:solidFill>
              </a:defRPr>
            </a:lvl8pPr>
            <a:lvl9pPr marL="11424148" indent="0">
              <a:buNone/>
              <a:defRPr sz="499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979C4-88EC-9C4B-9267-35BA343BA14B}" type="datetimeFigureOut">
              <a:rPr lang="en-CN" smtClean="0"/>
              <a:t>2026/3/10</a:t>
            </a:fld>
            <a:endParaRPr lang="en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7DF910-B470-044F-9947-E74BACF2503D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2599631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081421" y="5702120"/>
            <a:ext cx="12866966" cy="135908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326826" y="5702120"/>
            <a:ext cx="12866966" cy="135908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979C4-88EC-9C4B-9267-35BA343BA14B}" type="datetimeFigureOut">
              <a:rPr lang="en-CN" smtClean="0"/>
              <a:t>2026/3/10</a:t>
            </a:fld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7DF910-B470-044F-9947-E74BACF2503D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4985548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1140428"/>
            <a:ext cx="26112371" cy="414023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5368" y="5250910"/>
            <a:ext cx="12807832" cy="2573390"/>
          </a:xfrm>
        </p:spPr>
        <p:txBody>
          <a:bodyPr anchor="b"/>
          <a:lstStyle>
            <a:lvl1pPr marL="0" indent="0">
              <a:buNone/>
              <a:defRPr sz="7496" b="1"/>
            </a:lvl1pPr>
            <a:lvl2pPr marL="1428018" indent="0">
              <a:buNone/>
              <a:defRPr sz="6247" b="1"/>
            </a:lvl2pPr>
            <a:lvl3pPr marL="2856037" indent="0">
              <a:buNone/>
              <a:defRPr sz="5622" b="1"/>
            </a:lvl3pPr>
            <a:lvl4pPr marL="4284055" indent="0">
              <a:buNone/>
              <a:defRPr sz="4997" b="1"/>
            </a:lvl4pPr>
            <a:lvl5pPr marL="5712074" indent="0">
              <a:buNone/>
              <a:defRPr sz="4997" b="1"/>
            </a:lvl5pPr>
            <a:lvl6pPr marL="7140092" indent="0">
              <a:buNone/>
              <a:defRPr sz="4997" b="1"/>
            </a:lvl6pPr>
            <a:lvl7pPr marL="8568111" indent="0">
              <a:buNone/>
              <a:defRPr sz="4997" b="1"/>
            </a:lvl7pPr>
            <a:lvl8pPr marL="9996129" indent="0">
              <a:buNone/>
              <a:defRPr sz="4997" b="1"/>
            </a:lvl8pPr>
            <a:lvl9pPr marL="11424148" indent="0">
              <a:buNone/>
              <a:defRPr sz="499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85368" y="7824301"/>
            <a:ext cx="12807832" cy="115083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326828" y="5250910"/>
            <a:ext cx="12870909" cy="2573390"/>
          </a:xfrm>
        </p:spPr>
        <p:txBody>
          <a:bodyPr anchor="b"/>
          <a:lstStyle>
            <a:lvl1pPr marL="0" indent="0">
              <a:buNone/>
              <a:defRPr sz="7496" b="1"/>
            </a:lvl1pPr>
            <a:lvl2pPr marL="1428018" indent="0">
              <a:buNone/>
              <a:defRPr sz="6247" b="1"/>
            </a:lvl2pPr>
            <a:lvl3pPr marL="2856037" indent="0">
              <a:buNone/>
              <a:defRPr sz="5622" b="1"/>
            </a:lvl3pPr>
            <a:lvl4pPr marL="4284055" indent="0">
              <a:buNone/>
              <a:defRPr sz="4997" b="1"/>
            </a:lvl4pPr>
            <a:lvl5pPr marL="5712074" indent="0">
              <a:buNone/>
              <a:defRPr sz="4997" b="1"/>
            </a:lvl5pPr>
            <a:lvl6pPr marL="7140092" indent="0">
              <a:buNone/>
              <a:defRPr sz="4997" b="1"/>
            </a:lvl6pPr>
            <a:lvl7pPr marL="8568111" indent="0">
              <a:buNone/>
              <a:defRPr sz="4997" b="1"/>
            </a:lvl7pPr>
            <a:lvl8pPr marL="9996129" indent="0">
              <a:buNone/>
              <a:defRPr sz="4997" b="1"/>
            </a:lvl8pPr>
            <a:lvl9pPr marL="11424148" indent="0">
              <a:buNone/>
              <a:defRPr sz="499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326828" y="7824301"/>
            <a:ext cx="12870909" cy="115083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979C4-88EC-9C4B-9267-35BA343BA14B}" type="datetimeFigureOut">
              <a:rPr lang="en-CN" smtClean="0"/>
              <a:t>2026/3/10</a:t>
            </a:fld>
            <a:endParaRPr lang="en-C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7DF910-B470-044F-9947-E74BACF2503D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1869382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979C4-88EC-9C4B-9267-35BA343BA14B}" type="datetimeFigureOut">
              <a:rPr lang="en-CN" smtClean="0"/>
              <a:t>2026/3/10</a:t>
            </a:fld>
            <a:endParaRPr lang="en-C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7DF910-B470-044F-9947-E74BACF2503D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0148336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979C4-88EC-9C4B-9267-35BA343BA14B}" type="datetimeFigureOut">
              <a:rPr lang="en-CN" smtClean="0"/>
              <a:t>2026/3/10</a:t>
            </a:fld>
            <a:endParaRPr lang="en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7DF910-B470-044F-9947-E74BACF2503D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8221921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1428009"/>
            <a:ext cx="9764544" cy="4998032"/>
          </a:xfrm>
        </p:spPr>
        <p:txBody>
          <a:bodyPr anchor="b"/>
          <a:lstStyle>
            <a:lvl1pPr>
              <a:defRPr sz="999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70909" y="3084108"/>
            <a:ext cx="15326827" cy="15222181"/>
          </a:xfrm>
        </p:spPr>
        <p:txBody>
          <a:bodyPr/>
          <a:lstStyle>
            <a:lvl1pPr>
              <a:defRPr sz="9995"/>
            </a:lvl1pPr>
            <a:lvl2pPr>
              <a:defRPr sz="8746"/>
            </a:lvl2pPr>
            <a:lvl3pPr>
              <a:defRPr sz="7496"/>
            </a:lvl3pPr>
            <a:lvl4pPr>
              <a:defRPr sz="6247"/>
            </a:lvl4pPr>
            <a:lvl5pPr>
              <a:defRPr sz="6247"/>
            </a:lvl5pPr>
            <a:lvl6pPr>
              <a:defRPr sz="6247"/>
            </a:lvl6pPr>
            <a:lvl7pPr>
              <a:defRPr sz="6247"/>
            </a:lvl7pPr>
            <a:lvl8pPr>
              <a:defRPr sz="6247"/>
            </a:lvl8pPr>
            <a:lvl9pPr>
              <a:defRPr sz="624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5364" y="6426041"/>
            <a:ext cx="9764544" cy="11905037"/>
          </a:xfrm>
        </p:spPr>
        <p:txBody>
          <a:bodyPr/>
          <a:lstStyle>
            <a:lvl1pPr marL="0" indent="0">
              <a:buNone/>
              <a:defRPr sz="4997"/>
            </a:lvl1pPr>
            <a:lvl2pPr marL="1428018" indent="0">
              <a:buNone/>
              <a:defRPr sz="4373"/>
            </a:lvl2pPr>
            <a:lvl3pPr marL="2856037" indent="0">
              <a:buNone/>
              <a:defRPr sz="3748"/>
            </a:lvl3pPr>
            <a:lvl4pPr marL="4284055" indent="0">
              <a:buNone/>
              <a:defRPr sz="3123"/>
            </a:lvl4pPr>
            <a:lvl5pPr marL="5712074" indent="0">
              <a:buNone/>
              <a:defRPr sz="3123"/>
            </a:lvl5pPr>
            <a:lvl6pPr marL="7140092" indent="0">
              <a:buNone/>
              <a:defRPr sz="3123"/>
            </a:lvl6pPr>
            <a:lvl7pPr marL="8568111" indent="0">
              <a:buNone/>
              <a:defRPr sz="3123"/>
            </a:lvl7pPr>
            <a:lvl8pPr marL="9996129" indent="0">
              <a:buNone/>
              <a:defRPr sz="3123"/>
            </a:lvl8pPr>
            <a:lvl9pPr marL="11424148" indent="0">
              <a:buNone/>
              <a:defRPr sz="312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979C4-88EC-9C4B-9267-35BA343BA14B}" type="datetimeFigureOut">
              <a:rPr lang="en-CN" smtClean="0"/>
              <a:t>2026/3/10</a:t>
            </a:fld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7DF910-B470-044F-9947-E74BACF2503D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40704218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1428009"/>
            <a:ext cx="9764544" cy="4998032"/>
          </a:xfrm>
        </p:spPr>
        <p:txBody>
          <a:bodyPr anchor="b"/>
          <a:lstStyle>
            <a:lvl1pPr>
              <a:defRPr sz="999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70909" y="3084108"/>
            <a:ext cx="15326827" cy="15222181"/>
          </a:xfrm>
        </p:spPr>
        <p:txBody>
          <a:bodyPr anchor="t"/>
          <a:lstStyle>
            <a:lvl1pPr marL="0" indent="0">
              <a:buNone/>
              <a:defRPr sz="9995"/>
            </a:lvl1pPr>
            <a:lvl2pPr marL="1428018" indent="0">
              <a:buNone/>
              <a:defRPr sz="8746"/>
            </a:lvl2pPr>
            <a:lvl3pPr marL="2856037" indent="0">
              <a:buNone/>
              <a:defRPr sz="7496"/>
            </a:lvl3pPr>
            <a:lvl4pPr marL="4284055" indent="0">
              <a:buNone/>
              <a:defRPr sz="6247"/>
            </a:lvl4pPr>
            <a:lvl5pPr marL="5712074" indent="0">
              <a:buNone/>
              <a:defRPr sz="6247"/>
            </a:lvl5pPr>
            <a:lvl6pPr marL="7140092" indent="0">
              <a:buNone/>
              <a:defRPr sz="6247"/>
            </a:lvl6pPr>
            <a:lvl7pPr marL="8568111" indent="0">
              <a:buNone/>
              <a:defRPr sz="6247"/>
            </a:lvl7pPr>
            <a:lvl8pPr marL="9996129" indent="0">
              <a:buNone/>
              <a:defRPr sz="6247"/>
            </a:lvl8pPr>
            <a:lvl9pPr marL="11424148" indent="0">
              <a:buNone/>
              <a:defRPr sz="624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5364" y="6426041"/>
            <a:ext cx="9764544" cy="11905037"/>
          </a:xfrm>
        </p:spPr>
        <p:txBody>
          <a:bodyPr/>
          <a:lstStyle>
            <a:lvl1pPr marL="0" indent="0">
              <a:buNone/>
              <a:defRPr sz="4997"/>
            </a:lvl1pPr>
            <a:lvl2pPr marL="1428018" indent="0">
              <a:buNone/>
              <a:defRPr sz="4373"/>
            </a:lvl2pPr>
            <a:lvl3pPr marL="2856037" indent="0">
              <a:buNone/>
              <a:defRPr sz="3748"/>
            </a:lvl3pPr>
            <a:lvl4pPr marL="4284055" indent="0">
              <a:buNone/>
              <a:defRPr sz="3123"/>
            </a:lvl4pPr>
            <a:lvl5pPr marL="5712074" indent="0">
              <a:buNone/>
              <a:defRPr sz="3123"/>
            </a:lvl5pPr>
            <a:lvl6pPr marL="7140092" indent="0">
              <a:buNone/>
              <a:defRPr sz="3123"/>
            </a:lvl6pPr>
            <a:lvl7pPr marL="8568111" indent="0">
              <a:buNone/>
              <a:defRPr sz="3123"/>
            </a:lvl7pPr>
            <a:lvl8pPr marL="9996129" indent="0">
              <a:buNone/>
              <a:defRPr sz="3123"/>
            </a:lvl8pPr>
            <a:lvl9pPr marL="11424148" indent="0">
              <a:buNone/>
              <a:defRPr sz="312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979C4-88EC-9C4B-9267-35BA343BA14B}" type="datetimeFigureOut">
              <a:rPr lang="en-CN" smtClean="0"/>
              <a:t>2026/3/10</a:t>
            </a:fld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7DF910-B470-044F-9947-E74BACF2503D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161612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979C4-88EC-9C4B-9267-35BA343BA14B}" type="datetimeFigureOut">
              <a:rPr lang="en-CN" smtClean="0"/>
              <a:t>2026/3/10</a:t>
            </a:fld>
            <a:endParaRPr lang="en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7DF910-B470-044F-9947-E74BACF2503D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6765644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1665701" y="1140424"/>
            <a:ext cx="6528093" cy="1815257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081423" y="1140424"/>
            <a:ext cx="19205838" cy="1815257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979C4-88EC-9C4B-9267-35BA343BA14B}" type="datetimeFigureOut">
              <a:rPr lang="en-CN" smtClean="0"/>
              <a:t>2026/3/10</a:t>
            </a:fld>
            <a:endParaRPr lang="en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7DF910-B470-044F-9947-E74BACF2503D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3944277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081421" y="1140428"/>
            <a:ext cx="26112371" cy="414023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1421" y="5702120"/>
            <a:ext cx="26112371" cy="135908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081421" y="19853299"/>
            <a:ext cx="6811923" cy="11404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74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82979C4-88EC-9C4B-9267-35BA343BA14B}" type="datetimeFigureOut">
              <a:rPr lang="en-CN" smtClean="0"/>
              <a:t>2026/3/10</a:t>
            </a:fld>
            <a:endParaRPr lang="en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028665" y="19853299"/>
            <a:ext cx="10217884" cy="11404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74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381869" y="19853299"/>
            <a:ext cx="6811923" cy="11404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74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7DF910-B470-044F-9947-E74BACF2503D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7517224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2856037" rtl="0" eaLnBrk="1" latinLnBrk="0" hangingPunct="1">
        <a:lnSpc>
          <a:spcPct val="90000"/>
        </a:lnSpc>
        <a:spcBef>
          <a:spcPct val="0"/>
        </a:spcBef>
        <a:buNone/>
        <a:defRPr sz="1374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14009" indent="-714009" algn="l" defTabSz="2856037" rtl="0" eaLnBrk="1" latinLnBrk="0" hangingPunct="1">
        <a:lnSpc>
          <a:spcPct val="90000"/>
        </a:lnSpc>
        <a:spcBef>
          <a:spcPts val="3123"/>
        </a:spcBef>
        <a:buFont typeface="Arial" panose="020B0604020202020204" pitchFamily="34" charset="0"/>
        <a:buChar char="•"/>
        <a:defRPr sz="8746" kern="1200">
          <a:solidFill>
            <a:schemeClr val="tx1"/>
          </a:solidFill>
          <a:latin typeface="+mn-lt"/>
          <a:ea typeface="+mn-ea"/>
          <a:cs typeface="+mn-cs"/>
        </a:defRPr>
      </a:lvl1pPr>
      <a:lvl2pPr marL="2142028" indent="-714009" algn="l" defTabSz="2856037" rtl="0" eaLnBrk="1" latinLnBrk="0" hangingPunct="1">
        <a:lnSpc>
          <a:spcPct val="90000"/>
        </a:lnSpc>
        <a:spcBef>
          <a:spcPts val="1562"/>
        </a:spcBef>
        <a:buFont typeface="Arial" panose="020B0604020202020204" pitchFamily="34" charset="0"/>
        <a:buChar char="•"/>
        <a:defRPr sz="7496" kern="1200">
          <a:solidFill>
            <a:schemeClr val="tx1"/>
          </a:solidFill>
          <a:latin typeface="+mn-lt"/>
          <a:ea typeface="+mn-ea"/>
          <a:cs typeface="+mn-cs"/>
        </a:defRPr>
      </a:lvl2pPr>
      <a:lvl3pPr marL="3570046" indent="-714009" algn="l" defTabSz="2856037" rtl="0" eaLnBrk="1" latinLnBrk="0" hangingPunct="1">
        <a:lnSpc>
          <a:spcPct val="90000"/>
        </a:lnSpc>
        <a:spcBef>
          <a:spcPts val="1562"/>
        </a:spcBef>
        <a:buFont typeface="Arial" panose="020B0604020202020204" pitchFamily="34" charset="0"/>
        <a:buChar char="•"/>
        <a:defRPr sz="6247" kern="1200">
          <a:solidFill>
            <a:schemeClr val="tx1"/>
          </a:solidFill>
          <a:latin typeface="+mn-lt"/>
          <a:ea typeface="+mn-ea"/>
          <a:cs typeface="+mn-cs"/>
        </a:defRPr>
      </a:lvl3pPr>
      <a:lvl4pPr marL="4998065" indent="-714009" algn="l" defTabSz="2856037" rtl="0" eaLnBrk="1" latinLnBrk="0" hangingPunct="1">
        <a:lnSpc>
          <a:spcPct val="90000"/>
        </a:lnSpc>
        <a:spcBef>
          <a:spcPts val="1562"/>
        </a:spcBef>
        <a:buFont typeface="Arial" panose="020B0604020202020204" pitchFamily="34" charset="0"/>
        <a:buChar char="•"/>
        <a:defRPr sz="5622" kern="1200">
          <a:solidFill>
            <a:schemeClr val="tx1"/>
          </a:solidFill>
          <a:latin typeface="+mn-lt"/>
          <a:ea typeface="+mn-ea"/>
          <a:cs typeface="+mn-cs"/>
        </a:defRPr>
      </a:lvl4pPr>
      <a:lvl5pPr marL="6426083" indent="-714009" algn="l" defTabSz="2856037" rtl="0" eaLnBrk="1" latinLnBrk="0" hangingPunct="1">
        <a:lnSpc>
          <a:spcPct val="90000"/>
        </a:lnSpc>
        <a:spcBef>
          <a:spcPts val="1562"/>
        </a:spcBef>
        <a:buFont typeface="Arial" panose="020B0604020202020204" pitchFamily="34" charset="0"/>
        <a:buChar char="•"/>
        <a:defRPr sz="5622" kern="1200">
          <a:solidFill>
            <a:schemeClr val="tx1"/>
          </a:solidFill>
          <a:latin typeface="+mn-lt"/>
          <a:ea typeface="+mn-ea"/>
          <a:cs typeface="+mn-cs"/>
        </a:defRPr>
      </a:lvl5pPr>
      <a:lvl6pPr marL="7854102" indent="-714009" algn="l" defTabSz="2856037" rtl="0" eaLnBrk="1" latinLnBrk="0" hangingPunct="1">
        <a:lnSpc>
          <a:spcPct val="90000"/>
        </a:lnSpc>
        <a:spcBef>
          <a:spcPts val="1562"/>
        </a:spcBef>
        <a:buFont typeface="Arial" panose="020B0604020202020204" pitchFamily="34" charset="0"/>
        <a:buChar char="•"/>
        <a:defRPr sz="5622" kern="1200">
          <a:solidFill>
            <a:schemeClr val="tx1"/>
          </a:solidFill>
          <a:latin typeface="+mn-lt"/>
          <a:ea typeface="+mn-ea"/>
          <a:cs typeface="+mn-cs"/>
        </a:defRPr>
      </a:lvl6pPr>
      <a:lvl7pPr marL="9282120" indent="-714009" algn="l" defTabSz="2856037" rtl="0" eaLnBrk="1" latinLnBrk="0" hangingPunct="1">
        <a:lnSpc>
          <a:spcPct val="90000"/>
        </a:lnSpc>
        <a:spcBef>
          <a:spcPts val="1562"/>
        </a:spcBef>
        <a:buFont typeface="Arial" panose="020B0604020202020204" pitchFamily="34" charset="0"/>
        <a:buChar char="•"/>
        <a:defRPr sz="5622" kern="1200">
          <a:solidFill>
            <a:schemeClr val="tx1"/>
          </a:solidFill>
          <a:latin typeface="+mn-lt"/>
          <a:ea typeface="+mn-ea"/>
          <a:cs typeface="+mn-cs"/>
        </a:defRPr>
      </a:lvl7pPr>
      <a:lvl8pPr marL="10710139" indent="-714009" algn="l" defTabSz="2856037" rtl="0" eaLnBrk="1" latinLnBrk="0" hangingPunct="1">
        <a:lnSpc>
          <a:spcPct val="90000"/>
        </a:lnSpc>
        <a:spcBef>
          <a:spcPts val="1562"/>
        </a:spcBef>
        <a:buFont typeface="Arial" panose="020B0604020202020204" pitchFamily="34" charset="0"/>
        <a:buChar char="•"/>
        <a:defRPr sz="5622" kern="1200">
          <a:solidFill>
            <a:schemeClr val="tx1"/>
          </a:solidFill>
          <a:latin typeface="+mn-lt"/>
          <a:ea typeface="+mn-ea"/>
          <a:cs typeface="+mn-cs"/>
        </a:defRPr>
      </a:lvl8pPr>
      <a:lvl9pPr marL="12138157" indent="-714009" algn="l" defTabSz="2856037" rtl="0" eaLnBrk="1" latinLnBrk="0" hangingPunct="1">
        <a:lnSpc>
          <a:spcPct val="90000"/>
        </a:lnSpc>
        <a:spcBef>
          <a:spcPts val="1562"/>
        </a:spcBef>
        <a:buFont typeface="Arial" panose="020B0604020202020204" pitchFamily="34" charset="0"/>
        <a:buChar char="•"/>
        <a:defRPr sz="5622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856037" rtl="0" eaLnBrk="1" latinLnBrk="0" hangingPunct="1">
        <a:defRPr sz="5622" kern="1200">
          <a:solidFill>
            <a:schemeClr val="tx1"/>
          </a:solidFill>
          <a:latin typeface="+mn-lt"/>
          <a:ea typeface="+mn-ea"/>
          <a:cs typeface="+mn-cs"/>
        </a:defRPr>
      </a:lvl1pPr>
      <a:lvl2pPr marL="1428018" algn="l" defTabSz="2856037" rtl="0" eaLnBrk="1" latinLnBrk="0" hangingPunct="1">
        <a:defRPr sz="5622" kern="1200">
          <a:solidFill>
            <a:schemeClr val="tx1"/>
          </a:solidFill>
          <a:latin typeface="+mn-lt"/>
          <a:ea typeface="+mn-ea"/>
          <a:cs typeface="+mn-cs"/>
        </a:defRPr>
      </a:lvl2pPr>
      <a:lvl3pPr marL="2856037" algn="l" defTabSz="2856037" rtl="0" eaLnBrk="1" latinLnBrk="0" hangingPunct="1">
        <a:defRPr sz="5622" kern="1200">
          <a:solidFill>
            <a:schemeClr val="tx1"/>
          </a:solidFill>
          <a:latin typeface="+mn-lt"/>
          <a:ea typeface="+mn-ea"/>
          <a:cs typeface="+mn-cs"/>
        </a:defRPr>
      </a:lvl3pPr>
      <a:lvl4pPr marL="4284055" algn="l" defTabSz="2856037" rtl="0" eaLnBrk="1" latinLnBrk="0" hangingPunct="1">
        <a:defRPr sz="5622" kern="1200">
          <a:solidFill>
            <a:schemeClr val="tx1"/>
          </a:solidFill>
          <a:latin typeface="+mn-lt"/>
          <a:ea typeface="+mn-ea"/>
          <a:cs typeface="+mn-cs"/>
        </a:defRPr>
      </a:lvl4pPr>
      <a:lvl5pPr marL="5712074" algn="l" defTabSz="2856037" rtl="0" eaLnBrk="1" latinLnBrk="0" hangingPunct="1">
        <a:defRPr sz="5622" kern="1200">
          <a:solidFill>
            <a:schemeClr val="tx1"/>
          </a:solidFill>
          <a:latin typeface="+mn-lt"/>
          <a:ea typeface="+mn-ea"/>
          <a:cs typeface="+mn-cs"/>
        </a:defRPr>
      </a:lvl5pPr>
      <a:lvl6pPr marL="7140092" algn="l" defTabSz="2856037" rtl="0" eaLnBrk="1" latinLnBrk="0" hangingPunct="1">
        <a:defRPr sz="5622" kern="1200">
          <a:solidFill>
            <a:schemeClr val="tx1"/>
          </a:solidFill>
          <a:latin typeface="+mn-lt"/>
          <a:ea typeface="+mn-ea"/>
          <a:cs typeface="+mn-cs"/>
        </a:defRPr>
      </a:lvl6pPr>
      <a:lvl7pPr marL="8568111" algn="l" defTabSz="2856037" rtl="0" eaLnBrk="1" latinLnBrk="0" hangingPunct="1">
        <a:defRPr sz="5622" kern="1200">
          <a:solidFill>
            <a:schemeClr val="tx1"/>
          </a:solidFill>
          <a:latin typeface="+mn-lt"/>
          <a:ea typeface="+mn-ea"/>
          <a:cs typeface="+mn-cs"/>
        </a:defRPr>
      </a:lvl7pPr>
      <a:lvl8pPr marL="9996129" algn="l" defTabSz="2856037" rtl="0" eaLnBrk="1" latinLnBrk="0" hangingPunct="1">
        <a:defRPr sz="5622" kern="1200">
          <a:solidFill>
            <a:schemeClr val="tx1"/>
          </a:solidFill>
          <a:latin typeface="+mn-lt"/>
          <a:ea typeface="+mn-ea"/>
          <a:cs typeface="+mn-cs"/>
        </a:defRPr>
      </a:lvl8pPr>
      <a:lvl9pPr marL="11424148" algn="l" defTabSz="2856037" rtl="0" eaLnBrk="1" latinLnBrk="0" hangingPunct="1">
        <a:defRPr sz="562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C0E4648-CCC5-E983-26A1-0663794D4DFB}"/>
              </a:ext>
            </a:extLst>
          </p:cNvPr>
          <p:cNvSpPr/>
          <p:nvPr/>
        </p:nvSpPr>
        <p:spPr>
          <a:xfrm>
            <a:off x="0" y="1"/>
            <a:ext cx="30275213" cy="2029967"/>
          </a:xfrm>
          <a:prstGeom prst="rect">
            <a:avLst/>
          </a:prstGeom>
          <a:solidFill>
            <a:srgbClr val="3660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472441-3D57-0161-1737-11D3E68D2916}"/>
              </a:ext>
            </a:extLst>
          </p:cNvPr>
          <p:cNvSpPr txBox="1"/>
          <p:nvPr/>
        </p:nvSpPr>
        <p:spPr>
          <a:xfrm>
            <a:off x="11830050" y="4667250"/>
            <a:ext cx="1278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/>
              <a:t>Evaluation </a:t>
            </a:r>
          </a:p>
        </p:txBody>
      </p:sp>
    </p:spTree>
    <p:extLst>
      <p:ext uri="{BB962C8B-B14F-4D97-AF65-F5344CB8AC3E}">
        <p14:creationId xmlns:p14="http://schemas.microsoft.com/office/powerpoint/2010/main" val="37350736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</TotalTime>
  <Words>2</Words>
  <Application>Microsoft Macintosh PowerPoint</Application>
  <PresentationFormat>Custom</PresentationFormat>
  <Paragraphs>2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Mingjie Zhu</dc:creator>
  <cp:lastModifiedBy>Mingjie Zhu</cp:lastModifiedBy>
  <cp:revision>1</cp:revision>
  <dcterms:created xsi:type="dcterms:W3CDTF">2026-03-10T19:35:33Z</dcterms:created>
  <dcterms:modified xsi:type="dcterms:W3CDTF">2026-03-10T19:44:18Z</dcterms:modified>
</cp:coreProperties>
</file>